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Customer Churn Prediction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Comparative Machine Learning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563EB"/>
                </a:solidFill>
              </a:defRPr>
            </a:pPr>
            <a:r>
              <a:t>Telco Dataset Analysis  •  4 Classifiers Evaluated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1. Business Problem &amp;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High Cost of Subscriber Attrition
</a:t>
            </a:r>
            <a:r>
              <a:rPr sz="1500">
                <a:solidFill>
                  <a:srgbClr val="475569"/>
                </a:solidFill>
              </a:rPr>
              <a:t>Customer acquisition in telecommunications costs 5x more than retention. Identifying at-risk customers early protects high-margin recurring revenue.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Empirical Evaluation Scope
</a:t>
            </a:r>
            <a:r>
              <a:rPr sz="1500">
                <a:solidFill>
                  <a:srgbClr val="475569"/>
                </a:solidFill>
              </a:rPr>
              <a:t>Evaluated 4 supervised classification models across 7,043 subscriber records to determine the optimal decision boundary for churn detection.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Core Research Questions
</a:t>
            </a:r>
            <a:r>
              <a:rPr sz="1500">
                <a:solidFill>
                  <a:srgbClr val="475569"/>
                </a:solidFill>
              </a:rPr>
              <a:t>1. Which classifier delivers superior predictive accuracy and ROC-AUC performance?
2. Which contract features and service attributes exert the dominant influence on subscriber churn?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2. Data Preprocessing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Preprocessing Pipeline
</a:t>
            </a:r>
            <a:r>
              <a:rPr sz="1500">
                <a:solidFill>
                  <a:srgbClr val="475569"/>
                </a:solidFill>
              </a:rPr>
              <a:t>• Missing Values: Median imputation applied to continuous columns (e.g., TotalCharges).
• Standard Scaling: Continuous attributes (Tenure, MonthlyCharges, TotalCharges) standardized via StandardScaler.
• Categorical Encoding: Nominal features transformed using OneHotEncoder.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Model Training &amp; Holdout Evaluation
</a:t>
            </a:r>
            <a:r>
              <a:rPr sz="1500">
                <a:solidFill>
                  <a:srgbClr val="475569"/>
                </a:solidFill>
              </a:rPr>
              <a:t>• Evaluated Classifiers: Logistic Regression, Random Forest, XGBoost, and Support Vector Machine (SVM).
• Validation Strategy: Stratified 80/20 train-test split to preserve natural target class distribution (~27% churn).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3. Results: Model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  <a:gridCol w="1554480"/>
                <a:gridCol w="1554480"/>
                <a:gridCol w="1584655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563E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</a:defRPr>
                      </a:pPr>
                      <a:r>
                        <a:t>0.8055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</a:defRPr>
                      </a:pPr>
                      <a:r>
                        <a:t>0.6572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</a:defRPr>
                      </a:pPr>
                      <a:r>
                        <a:t>0.5588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</a:defRPr>
                      </a:pPr>
                      <a:r>
                        <a:t>0.6040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563EB"/>
                          </a:solidFill>
                        </a:defRPr>
                      </a:pPr>
                      <a:r>
                        <a:t>0.8419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0.7963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0.6390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0.5348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0.5822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0.8369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</a:defRPr>
                      </a:pPr>
                      <a:r>
                        <a:t>Support Vector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0.7913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0.6418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0.4840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0.5518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0.7905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0.7779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0.6034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0.4759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0.5321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</a:defRPr>
                      </a:pPr>
                      <a:r>
                        <a:t>0.8162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Key Result: Logistic Regression achieved the top performance across ROC-AUC (0.8419) and F1-Score (0.6040), proving that linear decision boundaries are highly effective following standard feature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4. Results: Top Churn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Primary Predictive Attributes (XGBoost Feature Importances)
</a:t>
            </a:r>
            <a:r>
              <a:rPr sz="1500">
                <a:solidFill>
                  <a:srgbClr val="475569"/>
                </a:solidFill>
              </a:rPr>
              <a:t>1. Contract: Month-to-month — 0.4634 Relative Importance
2. Internet: Fiber optic — 0.2797 Relative Importance
3. OnlineSecurity: No — 0.0174 Relative Importance
4. Internet: DSL — 0.0171 Relative Importance
5. StreamingMovies: Yes — 0.0166 Relative Importance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Core Analytical Takeaway
</a:t>
            </a:r>
            <a:r>
              <a:rPr sz="1500">
                <a:solidFill>
                  <a:srgbClr val="475569"/>
                </a:solidFill>
              </a:rPr>
              <a:t>Over 74% of the total predictive weight in the gradient boosting model stems directly from short-term contract structures combined with high-tier fiber optic packages.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5. Discussion &amp; Actionable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Targeted Retention Strategy
</a:t>
            </a:r>
            <a:r>
              <a:rPr sz="1500">
                <a:solidFill>
                  <a:srgbClr val="475569"/>
                </a:solidFill>
              </a:rPr>
              <a:t>Prioritize month-to-month fiber optic subscribers for proactive retention campaigns. Offering multi-month contract discounts or service bundling can substantially mitigate churn risk before cancellation windows.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0F172A"/>
                </a:solidFill>
              </a:rPr>
              <a:t>• Project Limitations
</a:t>
            </a:r>
            <a:r>
              <a:rPr sz="1500">
                <a:solidFill>
                  <a:srgbClr val="475569"/>
                </a:solidFill>
              </a:rPr>
              <a:t>• Target Class Imbalance: ~73% non-churn vs. ~27% churn limits baseline recall across models.
• Behavioral Data Breadth: Static snapshot dataset lacks real-time usage metrics, latency logs, or support ticket interaction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